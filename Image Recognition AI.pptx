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7" d="100"/>
          <a:sy n="77" d="100"/>
        </p:scale>
        <p:origin x="912"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1E806-32F3-8AE0-D545-B9E4DDA763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8B8081-FE04-4B7B-3DB8-46B0D3D3A6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582B410-EE25-4922-A732-73B1B9467E17}"/>
              </a:ext>
            </a:extLst>
          </p:cNvPr>
          <p:cNvSpPr>
            <a:spLocks noGrp="1"/>
          </p:cNvSpPr>
          <p:nvPr>
            <p:ph type="dt" sz="half" idx="10"/>
          </p:nvPr>
        </p:nvSpPr>
        <p:spPr/>
        <p:txBody>
          <a:bodyPr/>
          <a:lstStyle/>
          <a:p>
            <a:fld id="{469380BA-68EF-47FD-A65A-27A82E5977AA}" type="datetimeFigureOut">
              <a:rPr lang="en-US" smtClean="0"/>
              <a:t>11/30/2025</a:t>
            </a:fld>
            <a:endParaRPr lang="en-US"/>
          </a:p>
        </p:txBody>
      </p:sp>
      <p:sp>
        <p:nvSpPr>
          <p:cNvPr id="5" name="Footer Placeholder 4">
            <a:extLst>
              <a:ext uri="{FF2B5EF4-FFF2-40B4-BE49-F238E27FC236}">
                <a16:creationId xmlns:a16="http://schemas.microsoft.com/office/drawing/2014/main" id="{8A5A9C3F-6712-1D66-A843-3F12F289F8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0206E8-41BB-9663-020D-3E0CE84AD547}"/>
              </a:ext>
            </a:extLst>
          </p:cNvPr>
          <p:cNvSpPr>
            <a:spLocks noGrp="1"/>
          </p:cNvSpPr>
          <p:nvPr>
            <p:ph type="sldNum" sz="quarter" idx="12"/>
          </p:nvPr>
        </p:nvSpPr>
        <p:spPr/>
        <p:txBody>
          <a:bodyPr/>
          <a:lstStyle/>
          <a:p>
            <a:fld id="{2BDBB2E7-1987-43B4-94FA-F79FC4BBBCC6}" type="slidenum">
              <a:rPr lang="en-US" smtClean="0"/>
              <a:t>‹#›</a:t>
            </a:fld>
            <a:endParaRPr lang="en-US"/>
          </a:p>
        </p:txBody>
      </p:sp>
    </p:spTree>
    <p:extLst>
      <p:ext uri="{BB962C8B-B14F-4D97-AF65-F5344CB8AC3E}">
        <p14:creationId xmlns:p14="http://schemas.microsoft.com/office/powerpoint/2010/main" val="3817076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BA9B9-B256-6D42-1540-08A1156B52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0AA201-A4D7-1BA1-84BC-E9E6E5A5F7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AAD110-BC53-40F6-949C-9CC4092C68D0}"/>
              </a:ext>
            </a:extLst>
          </p:cNvPr>
          <p:cNvSpPr>
            <a:spLocks noGrp="1"/>
          </p:cNvSpPr>
          <p:nvPr>
            <p:ph type="dt" sz="half" idx="10"/>
          </p:nvPr>
        </p:nvSpPr>
        <p:spPr/>
        <p:txBody>
          <a:bodyPr/>
          <a:lstStyle/>
          <a:p>
            <a:fld id="{469380BA-68EF-47FD-A65A-27A82E5977AA}" type="datetimeFigureOut">
              <a:rPr lang="en-US" smtClean="0"/>
              <a:t>11/30/2025</a:t>
            </a:fld>
            <a:endParaRPr lang="en-US"/>
          </a:p>
        </p:txBody>
      </p:sp>
      <p:sp>
        <p:nvSpPr>
          <p:cNvPr id="5" name="Footer Placeholder 4">
            <a:extLst>
              <a:ext uri="{FF2B5EF4-FFF2-40B4-BE49-F238E27FC236}">
                <a16:creationId xmlns:a16="http://schemas.microsoft.com/office/drawing/2014/main" id="{4A93512A-CD4A-5F59-9BC9-5C2A3244F0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C72F7F-D5EE-1688-8F58-4F1AA780B4BC}"/>
              </a:ext>
            </a:extLst>
          </p:cNvPr>
          <p:cNvSpPr>
            <a:spLocks noGrp="1"/>
          </p:cNvSpPr>
          <p:nvPr>
            <p:ph type="sldNum" sz="quarter" idx="12"/>
          </p:nvPr>
        </p:nvSpPr>
        <p:spPr/>
        <p:txBody>
          <a:bodyPr/>
          <a:lstStyle/>
          <a:p>
            <a:fld id="{2BDBB2E7-1987-43B4-94FA-F79FC4BBBCC6}" type="slidenum">
              <a:rPr lang="en-US" smtClean="0"/>
              <a:t>‹#›</a:t>
            </a:fld>
            <a:endParaRPr lang="en-US"/>
          </a:p>
        </p:txBody>
      </p:sp>
    </p:spTree>
    <p:extLst>
      <p:ext uri="{BB962C8B-B14F-4D97-AF65-F5344CB8AC3E}">
        <p14:creationId xmlns:p14="http://schemas.microsoft.com/office/powerpoint/2010/main" val="1970429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7A602-1F0E-B8C4-6CDD-A4A2BAF403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336277-CC27-F736-02AB-810EADBBD4A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FAE5D6-2B29-ACE4-5050-A3277E0AF419}"/>
              </a:ext>
            </a:extLst>
          </p:cNvPr>
          <p:cNvSpPr>
            <a:spLocks noGrp="1"/>
          </p:cNvSpPr>
          <p:nvPr>
            <p:ph type="dt" sz="half" idx="10"/>
          </p:nvPr>
        </p:nvSpPr>
        <p:spPr/>
        <p:txBody>
          <a:bodyPr/>
          <a:lstStyle/>
          <a:p>
            <a:fld id="{469380BA-68EF-47FD-A65A-27A82E5977AA}" type="datetimeFigureOut">
              <a:rPr lang="en-US" smtClean="0"/>
              <a:t>11/30/2025</a:t>
            </a:fld>
            <a:endParaRPr lang="en-US"/>
          </a:p>
        </p:txBody>
      </p:sp>
      <p:sp>
        <p:nvSpPr>
          <p:cNvPr id="5" name="Footer Placeholder 4">
            <a:extLst>
              <a:ext uri="{FF2B5EF4-FFF2-40B4-BE49-F238E27FC236}">
                <a16:creationId xmlns:a16="http://schemas.microsoft.com/office/drawing/2014/main" id="{847B5B2B-2EAB-6589-1583-5556E06961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8653B6-4D95-FF1F-2B92-574AF18DDFB4}"/>
              </a:ext>
            </a:extLst>
          </p:cNvPr>
          <p:cNvSpPr>
            <a:spLocks noGrp="1"/>
          </p:cNvSpPr>
          <p:nvPr>
            <p:ph type="sldNum" sz="quarter" idx="12"/>
          </p:nvPr>
        </p:nvSpPr>
        <p:spPr/>
        <p:txBody>
          <a:bodyPr/>
          <a:lstStyle/>
          <a:p>
            <a:fld id="{2BDBB2E7-1987-43B4-94FA-F79FC4BBBCC6}" type="slidenum">
              <a:rPr lang="en-US" smtClean="0"/>
              <a:t>‹#›</a:t>
            </a:fld>
            <a:endParaRPr lang="en-US"/>
          </a:p>
        </p:txBody>
      </p:sp>
    </p:spTree>
    <p:extLst>
      <p:ext uri="{BB962C8B-B14F-4D97-AF65-F5344CB8AC3E}">
        <p14:creationId xmlns:p14="http://schemas.microsoft.com/office/powerpoint/2010/main" val="2526110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79ED3-108B-056C-CD5F-458A16475D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AEAA5D-B1E4-BC10-35C4-D8B0E9A8DF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4B0E626-7F4C-2386-F123-823D18F989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3AD301-4A4C-0B8D-92D1-C3B314AA54BA}"/>
              </a:ext>
            </a:extLst>
          </p:cNvPr>
          <p:cNvSpPr>
            <a:spLocks noGrp="1"/>
          </p:cNvSpPr>
          <p:nvPr>
            <p:ph type="dt" sz="half" idx="10"/>
          </p:nvPr>
        </p:nvSpPr>
        <p:spPr/>
        <p:txBody>
          <a:bodyPr/>
          <a:lstStyle/>
          <a:p>
            <a:fld id="{469380BA-68EF-47FD-A65A-27A82E5977AA}" type="datetimeFigureOut">
              <a:rPr lang="en-US" smtClean="0"/>
              <a:t>11/30/2025</a:t>
            </a:fld>
            <a:endParaRPr lang="en-US"/>
          </a:p>
        </p:txBody>
      </p:sp>
      <p:sp>
        <p:nvSpPr>
          <p:cNvPr id="6" name="Footer Placeholder 5">
            <a:extLst>
              <a:ext uri="{FF2B5EF4-FFF2-40B4-BE49-F238E27FC236}">
                <a16:creationId xmlns:a16="http://schemas.microsoft.com/office/drawing/2014/main" id="{D394352F-59FC-2D50-A7C5-C3A1993C06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88DB68-A09B-7333-A1B5-A023949A1EC2}"/>
              </a:ext>
            </a:extLst>
          </p:cNvPr>
          <p:cNvSpPr>
            <a:spLocks noGrp="1"/>
          </p:cNvSpPr>
          <p:nvPr>
            <p:ph type="sldNum" sz="quarter" idx="12"/>
          </p:nvPr>
        </p:nvSpPr>
        <p:spPr/>
        <p:txBody>
          <a:bodyPr/>
          <a:lstStyle/>
          <a:p>
            <a:fld id="{2BDBB2E7-1987-43B4-94FA-F79FC4BBBCC6}" type="slidenum">
              <a:rPr lang="en-US" smtClean="0"/>
              <a:t>‹#›</a:t>
            </a:fld>
            <a:endParaRPr lang="en-US"/>
          </a:p>
        </p:txBody>
      </p:sp>
    </p:spTree>
    <p:extLst>
      <p:ext uri="{BB962C8B-B14F-4D97-AF65-F5344CB8AC3E}">
        <p14:creationId xmlns:p14="http://schemas.microsoft.com/office/powerpoint/2010/main" val="2670266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C9CEB-01FB-CDA6-587E-BD33957DAE0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AA7C30-3B69-F8B2-F6C7-0DCE45AD6B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26EE82-7117-3B0B-9676-8EA819F2E7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5AD60F-91FB-11CD-3B66-3FC071D01E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C12BE7-B2ED-3353-52B8-60AC01EAC9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C7F5A97-2129-0BBE-D9ED-20781F80F1D0}"/>
              </a:ext>
            </a:extLst>
          </p:cNvPr>
          <p:cNvSpPr>
            <a:spLocks noGrp="1"/>
          </p:cNvSpPr>
          <p:nvPr>
            <p:ph type="dt" sz="half" idx="10"/>
          </p:nvPr>
        </p:nvSpPr>
        <p:spPr/>
        <p:txBody>
          <a:bodyPr/>
          <a:lstStyle/>
          <a:p>
            <a:fld id="{469380BA-68EF-47FD-A65A-27A82E5977AA}" type="datetimeFigureOut">
              <a:rPr lang="en-US" smtClean="0"/>
              <a:t>11/30/2025</a:t>
            </a:fld>
            <a:endParaRPr lang="en-US"/>
          </a:p>
        </p:txBody>
      </p:sp>
      <p:sp>
        <p:nvSpPr>
          <p:cNvPr id="8" name="Footer Placeholder 7">
            <a:extLst>
              <a:ext uri="{FF2B5EF4-FFF2-40B4-BE49-F238E27FC236}">
                <a16:creationId xmlns:a16="http://schemas.microsoft.com/office/drawing/2014/main" id="{0701DC6C-BA70-E19A-CFFB-6E24AFFE96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F9E730-415A-76E4-C858-EA5854460618}"/>
              </a:ext>
            </a:extLst>
          </p:cNvPr>
          <p:cNvSpPr>
            <a:spLocks noGrp="1"/>
          </p:cNvSpPr>
          <p:nvPr>
            <p:ph type="sldNum" sz="quarter" idx="12"/>
          </p:nvPr>
        </p:nvSpPr>
        <p:spPr/>
        <p:txBody>
          <a:bodyPr/>
          <a:lstStyle/>
          <a:p>
            <a:fld id="{2BDBB2E7-1987-43B4-94FA-F79FC4BBBCC6}" type="slidenum">
              <a:rPr lang="en-US" smtClean="0"/>
              <a:t>‹#›</a:t>
            </a:fld>
            <a:endParaRPr lang="en-US"/>
          </a:p>
        </p:txBody>
      </p:sp>
    </p:spTree>
    <p:extLst>
      <p:ext uri="{BB962C8B-B14F-4D97-AF65-F5344CB8AC3E}">
        <p14:creationId xmlns:p14="http://schemas.microsoft.com/office/powerpoint/2010/main" val="3213949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C6F16-6611-168D-6491-2E2EF1A360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DC00C4-1ABA-36F2-6824-BEEF8D28F1D7}"/>
              </a:ext>
            </a:extLst>
          </p:cNvPr>
          <p:cNvSpPr>
            <a:spLocks noGrp="1"/>
          </p:cNvSpPr>
          <p:nvPr>
            <p:ph type="dt" sz="half" idx="10"/>
          </p:nvPr>
        </p:nvSpPr>
        <p:spPr/>
        <p:txBody>
          <a:bodyPr/>
          <a:lstStyle/>
          <a:p>
            <a:fld id="{469380BA-68EF-47FD-A65A-27A82E5977AA}" type="datetimeFigureOut">
              <a:rPr lang="en-US" smtClean="0"/>
              <a:t>11/30/2025</a:t>
            </a:fld>
            <a:endParaRPr lang="en-US"/>
          </a:p>
        </p:txBody>
      </p:sp>
      <p:sp>
        <p:nvSpPr>
          <p:cNvPr id="4" name="Footer Placeholder 3">
            <a:extLst>
              <a:ext uri="{FF2B5EF4-FFF2-40B4-BE49-F238E27FC236}">
                <a16:creationId xmlns:a16="http://schemas.microsoft.com/office/drawing/2014/main" id="{29C0D652-F700-EA8A-CBEF-DD659C505E9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783BB3F-64B7-0886-B593-F57818E308D5}"/>
              </a:ext>
            </a:extLst>
          </p:cNvPr>
          <p:cNvSpPr>
            <a:spLocks noGrp="1"/>
          </p:cNvSpPr>
          <p:nvPr>
            <p:ph type="sldNum" sz="quarter" idx="12"/>
          </p:nvPr>
        </p:nvSpPr>
        <p:spPr/>
        <p:txBody>
          <a:bodyPr/>
          <a:lstStyle/>
          <a:p>
            <a:fld id="{2BDBB2E7-1987-43B4-94FA-F79FC4BBBCC6}" type="slidenum">
              <a:rPr lang="en-US" smtClean="0"/>
              <a:t>‹#›</a:t>
            </a:fld>
            <a:endParaRPr lang="en-US"/>
          </a:p>
        </p:txBody>
      </p:sp>
    </p:spTree>
    <p:extLst>
      <p:ext uri="{BB962C8B-B14F-4D97-AF65-F5344CB8AC3E}">
        <p14:creationId xmlns:p14="http://schemas.microsoft.com/office/powerpoint/2010/main" val="724817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012B28-1196-B5C8-1CAA-16AC81009C0E}"/>
              </a:ext>
            </a:extLst>
          </p:cNvPr>
          <p:cNvSpPr>
            <a:spLocks noGrp="1"/>
          </p:cNvSpPr>
          <p:nvPr>
            <p:ph type="dt" sz="half" idx="10"/>
          </p:nvPr>
        </p:nvSpPr>
        <p:spPr/>
        <p:txBody>
          <a:bodyPr/>
          <a:lstStyle/>
          <a:p>
            <a:fld id="{469380BA-68EF-47FD-A65A-27A82E5977AA}" type="datetimeFigureOut">
              <a:rPr lang="en-US" smtClean="0"/>
              <a:t>11/30/2025</a:t>
            </a:fld>
            <a:endParaRPr lang="en-US"/>
          </a:p>
        </p:txBody>
      </p:sp>
      <p:sp>
        <p:nvSpPr>
          <p:cNvPr id="3" name="Footer Placeholder 2">
            <a:extLst>
              <a:ext uri="{FF2B5EF4-FFF2-40B4-BE49-F238E27FC236}">
                <a16:creationId xmlns:a16="http://schemas.microsoft.com/office/drawing/2014/main" id="{55415122-EA88-33FD-A2AA-76FF799C96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CA3022E-8064-C326-8281-CC74A52806D9}"/>
              </a:ext>
            </a:extLst>
          </p:cNvPr>
          <p:cNvSpPr>
            <a:spLocks noGrp="1"/>
          </p:cNvSpPr>
          <p:nvPr>
            <p:ph type="sldNum" sz="quarter" idx="12"/>
          </p:nvPr>
        </p:nvSpPr>
        <p:spPr/>
        <p:txBody>
          <a:bodyPr/>
          <a:lstStyle/>
          <a:p>
            <a:fld id="{2BDBB2E7-1987-43B4-94FA-F79FC4BBBCC6}" type="slidenum">
              <a:rPr lang="en-US" smtClean="0"/>
              <a:t>‹#›</a:t>
            </a:fld>
            <a:endParaRPr lang="en-US"/>
          </a:p>
        </p:txBody>
      </p:sp>
    </p:spTree>
    <p:extLst>
      <p:ext uri="{BB962C8B-B14F-4D97-AF65-F5344CB8AC3E}">
        <p14:creationId xmlns:p14="http://schemas.microsoft.com/office/powerpoint/2010/main" val="388717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B669B-7855-E86B-2188-0C0481327D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354F682-8DF6-4A87-B425-247B47A892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80E22F-BC9D-2437-FB75-730FD7AB76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ED9EA8-BFD1-F540-1BD9-F6E630B42F05}"/>
              </a:ext>
            </a:extLst>
          </p:cNvPr>
          <p:cNvSpPr>
            <a:spLocks noGrp="1"/>
          </p:cNvSpPr>
          <p:nvPr>
            <p:ph type="dt" sz="half" idx="10"/>
          </p:nvPr>
        </p:nvSpPr>
        <p:spPr/>
        <p:txBody>
          <a:bodyPr/>
          <a:lstStyle/>
          <a:p>
            <a:fld id="{469380BA-68EF-47FD-A65A-27A82E5977AA}" type="datetimeFigureOut">
              <a:rPr lang="en-US" smtClean="0"/>
              <a:t>11/30/2025</a:t>
            </a:fld>
            <a:endParaRPr lang="en-US"/>
          </a:p>
        </p:txBody>
      </p:sp>
      <p:sp>
        <p:nvSpPr>
          <p:cNvPr id="6" name="Footer Placeholder 5">
            <a:extLst>
              <a:ext uri="{FF2B5EF4-FFF2-40B4-BE49-F238E27FC236}">
                <a16:creationId xmlns:a16="http://schemas.microsoft.com/office/drawing/2014/main" id="{4EEF136F-8BA1-2A46-BE43-E3BCB35DB2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D473B4-F7CB-D47A-33FD-F648BA16F13C}"/>
              </a:ext>
            </a:extLst>
          </p:cNvPr>
          <p:cNvSpPr>
            <a:spLocks noGrp="1"/>
          </p:cNvSpPr>
          <p:nvPr>
            <p:ph type="sldNum" sz="quarter" idx="12"/>
          </p:nvPr>
        </p:nvSpPr>
        <p:spPr/>
        <p:txBody>
          <a:bodyPr/>
          <a:lstStyle/>
          <a:p>
            <a:fld id="{2BDBB2E7-1987-43B4-94FA-F79FC4BBBCC6}" type="slidenum">
              <a:rPr lang="en-US" smtClean="0"/>
              <a:t>‹#›</a:t>
            </a:fld>
            <a:endParaRPr lang="en-US"/>
          </a:p>
        </p:txBody>
      </p:sp>
    </p:spTree>
    <p:extLst>
      <p:ext uri="{BB962C8B-B14F-4D97-AF65-F5344CB8AC3E}">
        <p14:creationId xmlns:p14="http://schemas.microsoft.com/office/powerpoint/2010/main" val="506922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02F04-A10D-EBC0-8F78-6AF45C837C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B812F1-4C8C-9DA5-A714-30809C2461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52DC0D-B613-5519-7C3B-93EBE8EDAC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B7F3A8-B726-9F16-77AC-E416F7718090}"/>
              </a:ext>
            </a:extLst>
          </p:cNvPr>
          <p:cNvSpPr>
            <a:spLocks noGrp="1"/>
          </p:cNvSpPr>
          <p:nvPr>
            <p:ph type="dt" sz="half" idx="10"/>
          </p:nvPr>
        </p:nvSpPr>
        <p:spPr/>
        <p:txBody>
          <a:bodyPr/>
          <a:lstStyle/>
          <a:p>
            <a:fld id="{469380BA-68EF-47FD-A65A-27A82E5977AA}" type="datetimeFigureOut">
              <a:rPr lang="en-US" smtClean="0"/>
              <a:t>11/30/2025</a:t>
            </a:fld>
            <a:endParaRPr lang="en-US"/>
          </a:p>
        </p:txBody>
      </p:sp>
      <p:sp>
        <p:nvSpPr>
          <p:cNvPr id="6" name="Footer Placeholder 5">
            <a:extLst>
              <a:ext uri="{FF2B5EF4-FFF2-40B4-BE49-F238E27FC236}">
                <a16:creationId xmlns:a16="http://schemas.microsoft.com/office/drawing/2014/main" id="{D6B70BB7-B7CE-9D19-334B-A59C69E422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2DB9AB-71D3-9C2C-8C56-3791E1F35710}"/>
              </a:ext>
            </a:extLst>
          </p:cNvPr>
          <p:cNvSpPr>
            <a:spLocks noGrp="1"/>
          </p:cNvSpPr>
          <p:nvPr>
            <p:ph type="sldNum" sz="quarter" idx="12"/>
          </p:nvPr>
        </p:nvSpPr>
        <p:spPr/>
        <p:txBody>
          <a:bodyPr/>
          <a:lstStyle/>
          <a:p>
            <a:fld id="{2BDBB2E7-1987-43B4-94FA-F79FC4BBBCC6}" type="slidenum">
              <a:rPr lang="en-US" smtClean="0"/>
              <a:t>‹#›</a:t>
            </a:fld>
            <a:endParaRPr lang="en-US"/>
          </a:p>
        </p:txBody>
      </p:sp>
    </p:spTree>
    <p:extLst>
      <p:ext uri="{BB962C8B-B14F-4D97-AF65-F5344CB8AC3E}">
        <p14:creationId xmlns:p14="http://schemas.microsoft.com/office/powerpoint/2010/main" val="2174239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74609-5800-2D72-F0CB-49DAD6536C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47A33D2-1983-05FF-E59D-C1E281D033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FF07D2-FD3E-512B-E703-471FFD871639}"/>
              </a:ext>
            </a:extLst>
          </p:cNvPr>
          <p:cNvSpPr>
            <a:spLocks noGrp="1"/>
          </p:cNvSpPr>
          <p:nvPr>
            <p:ph type="dt" sz="half" idx="10"/>
          </p:nvPr>
        </p:nvSpPr>
        <p:spPr/>
        <p:txBody>
          <a:bodyPr/>
          <a:lstStyle/>
          <a:p>
            <a:fld id="{469380BA-68EF-47FD-A65A-27A82E5977AA}" type="datetimeFigureOut">
              <a:rPr lang="en-US" smtClean="0"/>
              <a:t>11/30/2025</a:t>
            </a:fld>
            <a:endParaRPr lang="en-US"/>
          </a:p>
        </p:txBody>
      </p:sp>
      <p:sp>
        <p:nvSpPr>
          <p:cNvPr id="5" name="Footer Placeholder 4">
            <a:extLst>
              <a:ext uri="{FF2B5EF4-FFF2-40B4-BE49-F238E27FC236}">
                <a16:creationId xmlns:a16="http://schemas.microsoft.com/office/drawing/2014/main" id="{88103B47-99BF-A467-A263-7D6FE5EAE5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C16377-A9FE-96B8-991F-A2A7A6FEE77B}"/>
              </a:ext>
            </a:extLst>
          </p:cNvPr>
          <p:cNvSpPr>
            <a:spLocks noGrp="1"/>
          </p:cNvSpPr>
          <p:nvPr>
            <p:ph type="sldNum" sz="quarter" idx="12"/>
          </p:nvPr>
        </p:nvSpPr>
        <p:spPr/>
        <p:txBody>
          <a:bodyPr/>
          <a:lstStyle/>
          <a:p>
            <a:fld id="{2BDBB2E7-1987-43B4-94FA-F79FC4BBBCC6}" type="slidenum">
              <a:rPr lang="en-US" smtClean="0"/>
              <a:t>‹#›</a:t>
            </a:fld>
            <a:endParaRPr lang="en-US"/>
          </a:p>
        </p:txBody>
      </p:sp>
    </p:spTree>
    <p:extLst>
      <p:ext uri="{BB962C8B-B14F-4D97-AF65-F5344CB8AC3E}">
        <p14:creationId xmlns:p14="http://schemas.microsoft.com/office/powerpoint/2010/main" val="3012093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083AA1-E491-51C6-4E71-2201EF1779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A0ADE9-4D5F-099F-5153-E20411AC89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BCB503-A31B-C0A0-CA07-1CB7A45C5899}"/>
              </a:ext>
            </a:extLst>
          </p:cNvPr>
          <p:cNvSpPr>
            <a:spLocks noGrp="1"/>
          </p:cNvSpPr>
          <p:nvPr>
            <p:ph type="dt" sz="half" idx="10"/>
          </p:nvPr>
        </p:nvSpPr>
        <p:spPr/>
        <p:txBody>
          <a:bodyPr/>
          <a:lstStyle/>
          <a:p>
            <a:fld id="{469380BA-68EF-47FD-A65A-27A82E5977AA}" type="datetimeFigureOut">
              <a:rPr lang="en-US" smtClean="0"/>
              <a:t>11/30/2025</a:t>
            </a:fld>
            <a:endParaRPr lang="en-US"/>
          </a:p>
        </p:txBody>
      </p:sp>
      <p:sp>
        <p:nvSpPr>
          <p:cNvPr id="5" name="Footer Placeholder 4">
            <a:extLst>
              <a:ext uri="{FF2B5EF4-FFF2-40B4-BE49-F238E27FC236}">
                <a16:creationId xmlns:a16="http://schemas.microsoft.com/office/drawing/2014/main" id="{9F1DCCBC-CE79-C0A4-6A81-8E5419B1DF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E9D27A-02B9-FD68-E779-7151B8623859}"/>
              </a:ext>
            </a:extLst>
          </p:cNvPr>
          <p:cNvSpPr>
            <a:spLocks noGrp="1"/>
          </p:cNvSpPr>
          <p:nvPr>
            <p:ph type="sldNum" sz="quarter" idx="12"/>
          </p:nvPr>
        </p:nvSpPr>
        <p:spPr/>
        <p:txBody>
          <a:bodyPr/>
          <a:lstStyle/>
          <a:p>
            <a:fld id="{2BDBB2E7-1987-43B4-94FA-F79FC4BBBCC6}" type="slidenum">
              <a:rPr lang="en-US" smtClean="0"/>
              <a:t>‹#›</a:t>
            </a:fld>
            <a:endParaRPr lang="en-US"/>
          </a:p>
        </p:txBody>
      </p:sp>
    </p:spTree>
    <p:extLst>
      <p:ext uri="{BB962C8B-B14F-4D97-AF65-F5344CB8AC3E}">
        <p14:creationId xmlns:p14="http://schemas.microsoft.com/office/powerpoint/2010/main" val="1569143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DBE094-6606-FA24-836A-E39B85F8CB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CF6AB5E-D23F-4144-8017-E64E26DE5E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B25ABE-1168-9C69-FE8A-5B07A6AC6C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69380BA-68EF-47FD-A65A-27A82E5977AA}" type="datetimeFigureOut">
              <a:rPr lang="en-US" smtClean="0"/>
              <a:t>11/30/2025</a:t>
            </a:fld>
            <a:endParaRPr lang="en-US"/>
          </a:p>
        </p:txBody>
      </p:sp>
      <p:sp>
        <p:nvSpPr>
          <p:cNvPr id="5" name="Footer Placeholder 4">
            <a:extLst>
              <a:ext uri="{FF2B5EF4-FFF2-40B4-BE49-F238E27FC236}">
                <a16:creationId xmlns:a16="http://schemas.microsoft.com/office/drawing/2014/main" id="{3FC33201-B495-E457-0FF1-325EF406A9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CD542A8-D0D5-A3B7-C531-5AFDD6F5D2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BDBB2E7-1987-43B4-94FA-F79FC4BBBCC6}" type="slidenum">
              <a:rPr lang="en-US" smtClean="0"/>
              <a:t>‹#›</a:t>
            </a:fld>
            <a:endParaRPr lang="en-US"/>
          </a:p>
        </p:txBody>
      </p:sp>
    </p:spTree>
    <p:extLst>
      <p:ext uri="{BB962C8B-B14F-4D97-AF65-F5344CB8AC3E}">
        <p14:creationId xmlns:p14="http://schemas.microsoft.com/office/powerpoint/2010/main" val="1014090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0DA53-B575-E1C6-A011-46326AFBD279}"/>
              </a:ext>
            </a:extLst>
          </p:cNvPr>
          <p:cNvSpPr>
            <a:spLocks noGrp="1"/>
          </p:cNvSpPr>
          <p:nvPr>
            <p:ph type="ctrTitle"/>
          </p:nvPr>
        </p:nvSpPr>
        <p:spPr/>
        <p:txBody>
          <a:bodyPr/>
          <a:lstStyle/>
          <a:p>
            <a:r>
              <a:rPr lang="en-US" dirty="0"/>
              <a:t>Image Recognition AI</a:t>
            </a:r>
          </a:p>
        </p:txBody>
      </p:sp>
      <p:sp>
        <p:nvSpPr>
          <p:cNvPr id="3" name="Subtitle 2">
            <a:extLst>
              <a:ext uri="{FF2B5EF4-FFF2-40B4-BE49-F238E27FC236}">
                <a16:creationId xmlns:a16="http://schemas.microsoft.com/office/drawing/2014/main" id="{23D79332-728F-7E36-F703-87FBB5EE559C}"/>
              </a:ext>
            </a:extLst>
          </p:cNvPr>
          <p:cNvSpPr>
            <a:spLocks noGrp="1"/>
          </p:cNvSpPr>
          <p:nvPr>
            <p:ph type="subTitle" idx="1"/>
          </p:nvPr>
        </p:nvSpPr>
        <p:spPr/>
        <p:txBody>
          <a:bodyPr/>
          <a:lstStyle/>
          <a:p>
            <a:r>
              <a:rPr lang="en-US" dirty="0"/>
              <a:t>Daniel Varghese</a:t>
            </a:r>
          </a:p>
        </p:txBody>
      </p:sp>
    </p:spTree>
    <p:extLst>
      <p:ext uri="{BB962C8B-B14F-4D97-AF65-F5344CB8AC3E}">
        <p14:creationId xmlns:p14="http://schemas.microsoft.com/office/powerpoint/2010/main" val="3869753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C48EE0-8B4A-46BC-F913-F84B1E765224}"/>
              </a:ext>
            </a:extLst>
          </p:cNvPr>
          <p:cNvSpPr txBox="1"/>
          <p:nvPr/>
        </p:nvSpPr>
        <p:spPr>
          <a:xfrm>
            <a:off x="1091381" y="1199535"/>
            <a:ext cx="9910916" cy="4524315"/>
          </a:xfrm>
          <a:prstGeom prst="rect">
            <a:avLst/>
          </a:prstGeom>
          <a:noFill/>
        </p:spPr>
        <p:txBody>
          <a:bodyPr wrap="square" rtlCol="0">
            <a:spAutoFit/>
          </a:bodyPr>
          <a:lstStyle/>
          <a:p>
            <a:r>
              <a:rPr lang="en-US" sz="3200" dirty="0"/>
              <a:t>I chose the CIFAR-10 dataset. CIFAR-10 contains 60,000 color images across ten categories such as airplanes, birds, dogs, cats, cars, and trucks. I considered several model types at the beginning, such as K-Nearest Neighbors, but deep learning, specifically a Convolutional Neural Network, was a much better choice. CNNs are designed to detect patterns in images such as edges, textures, and shapes, which makes them ideal for visual recognition tasks.</a:t>
            </a:r>
          </a:p>
        </p:txBody>
      </p:sp>
    </p:spTree>
    <p:extLst>
      <p:ext uri="{BB962C8B-B14F-4D97-AF65-F5344CB8AC3E}">
        <p14:creationId xmlns:p14="http://schemas.microsoft.com/office/powerpoint/2010/main" val="3944502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C3BFBF-CF91-D8B2-B1F1-D593FB16AA5F}"/>
              </a:ext>
            </a:extLst>
          </p:cNvPr>
          <p:cNvSpPr txBox="1"/>
          <p:nvPr/>
        </p:nvSpPr>
        <p:spPr>
          <a:xfrm>
            <a:off x="417443" y="457200"/>
            <a:ext cx="11469757" cy="6494085"/>
          </a:xfrm>
          <a:prstGeom prst="rect">
            <a:avLst/>
          </a:prstGeom>
          <a:noFill/>
        </p:spPr>
        <p:txBody>
          <a:bodyPr wrap="square" rtlCol="0">
            <a:spAutoFit/>
          </a:bodyPr>
          <a:lstStyle/>
          <a:p>
            <a:r>
              <a:rPr lang="en-US" sz="3200" dirty="0"/>
              <a:t>First, I loaded and normalized the dataset so that all images had consistent values. Then I split the data into training and testing sets. Next, I built a CNN composed of three convolution blocks, each including a convolution layer, batch normalization, and pooling. This allowed the model to gradually learn low-level features like edges and then move on to more complex shapes. During training, I used a learning-rate schedule, which gradually decreases the learning rate as training progresses. This helps the model settle into a more stable and accurate solution. After training, I evaluated performance using accuracy and loss curves. I also tested the model manually using additional images, which helped me understand which categories the model handled well and which ones it struggled with.</a:t>
            </a:r>
          </a:p>
        </p:txBody>
      </p:sp>
    </p:spTree>
    <p:extLst>
      <p:ext uri="{BB962C8B-B14F-4D97-AF65-F5344CB8AC3E}">
        <p14:creationId xmlns:p14="http://schemas.microsoft.com/office/powerpoint/2010/main" val="1867537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6E24B5-6D25-9FDA-F15D-21242813B6B8}"/>
              </a:ext>
            </a:extLst>
          </p:cNvPr>
          <p:cNvSpPr txBox="1"/>
          <p:nvPr/>
        </p:nvSpPr>
        <p:spPr>
          <a:xfrm>
            <a:off x="467139" y="745435"/>
            <a:ext cx="10913165" cy="4031873"/>
          </a:xfrm>
          <a:prstGeom prst="rect">
            <a:avLst/>
          </a:prstGeom>
          <a:noFill/>
        </p:spPr>
        <p:txBody>
          <a:bodyPr wrap="square" rtlCol="0">
            <a:spAutoFit/>
          </a:bodyPr>
          <a:lstStyle/>
          <a:p>
            <a:r>
              <a:rPr lang="en-US" sz="3200" dirty="0"/>
              <a:t>After improving the architecture and training process, the model reached an accuracy of about 83.76%. This is a solid result for CIFAR-10 without using advanced techniques like data augmentation or transfer learning. To make this project more than just a model, I built an application that allows users to upload an image or even paste one from the clipboard and instantly see the predicted class. This turns the project into a complete end-to-end system.</a:t>
            </a:r>
          </a:p>
        </p:txBody>
      </p:sp>
    </p:spTree>
    <p:extLst>
      <p:ext uri="{BB962C8B-B14F-4D97-AF65-F5344CB8AC3E}">
        <p14:creationId xmlns:p14="http://schemas.microsoft.com/office/powerpoint/2010/main" val="253105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A296B4-DF65-1582-BB5A-6E75F9FBD2F2}"/>
              </a:ext>
            </a:extLst>
          </p:cNvPr>
          <p:cNvSpPr txBox="1"/>
          <p:nvPr/>
        </p:nvSpPr>
        <p:spPr>
          <a:xfrm>
            <a:off x="417443" y="596348"/>
            <a:ext cx="11111948" cy="6001643"/>
          </a:xfrm>
          <a:prstGeom prst="rect">
            <a:avLst/>
          </a:prstGeom>
          <a:noFill/>
        </p:spPr>
        <p:txBody>
          <a:bodyPr wrap="square" rtlCol="0">
            <a:spAutoFit/>
          </a:bodyPr>
          <a:lstStyle/>
          <a:p>
            <a:r>
              <a:rPr lang="en-US" sz="3200" dirty="0"/>
              <a:t>Although this system is simple right now, image recognition has enormous potential beyond the ten CIFAR-10 categories. With more training data and more time, this same model architecture could be expanded into many real-world applications. For example, it could be trained to identify different species of birds, various breeds of cats or dogs, types of plants, or even different vehicles or road signs. Image recognition systems like this are used in fields such as environmental biology, agriculture, security, and transportation. So, even though the current model is basic, it represents the foundation of a much larger and more powerful system.</a:t>
            </a:r>
          </a:p>
        </p:txBody>
      </p:sp>
    </p:spTree>
    <p:extLst>
      <p:ext uri="{BB962C8B-B14F-4D97-AF65-F5344CB8AC3E}">
        <p14:creationId xmlns:p14="http://schemas.microsoft.com/office/powerpoint/2010/main" val="2600133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262339-CAC9-08BC-D1C0-86917FD0A085}"/>
              </a:ext>
            </a:extLst>
          </p:cNvPr>
          <p:cNvSpPr txBox="1"/>
          <p:nvPr/>
        </p:nvSpPr>
        <p:spPr>
          <a:xfrm>
            <a:off x="248478" y="407504"/>
            <a:ext cx="11618844" cy="5078313"/>
          </a:xfrm>
          <a:prstGeom prst="rect">
            <a:avLst/>
          </a:prstGeom>
          <a:noFill/>
        </p:spPr>
        <p:txBody>
          <a:bodyPr wrap="square" rtlCol="0">
            <a:spAutoFit/>
          </a:bodyPr>
          <a:lstStyle/>
          <a:p>
            <a:r>
              <a:rPr lang="en-US" sz="3600" dirty="0"/>
              <a:t>This project allowed me to explore the full process of building an AI system, from data preparation, to model development, to evaluation, and finally to creating a user-friendly interface. I learned a lot about CNNs and how small adjustments, like adding batch normalization or modifying the learning rate, can significantly improve performance. If I were to continue this project, I would explore data augmentation, deeper architectures, and transfer learning to further improve accuracy.</a:t>
            </a:r>
          </a:p>
        </p:txBody>
      </p:sp>
    </p:spTree>
    <p:extLst>
      <p:ext uri="{BB962C8B-B14F-4D97-AF65-F5344CB8AC3E}">
        <p14:creationId xmlns:p14="http://schemas.microsoft.com/office/powerpoint/2010/main" val="3932324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99CB8-7F78-019A-1C2C-D3931BAFE31C}"/>
              </a:ext>
            </a:extLst>
          </p:cNvPr>
          <p:cNvSpPr>
            <a:spLocks noGrp="1"/>
          </p:cNvSpPr>
          <p:nvPr>
            <p:ph type="ctrTitle"/>
          </p:nvPr>
        </p:nvSpPr>
        <p:spPr/>
        <p:txBody>
          <a:bodyPr/>
          <a:lstStyle/>
          <a:p>
            <a:r>
              <a:rPr lang="en-US" dirty="0"/>
              <a:t>Thank you for listening.</a:t>
            </a:r>
          </a:p>
        </p:txBody>
      </p:sp>
    </p:spTree>
    <p:extLst>
      <p:ext uri="{BB962C8B-B14F-4D97-AF65-F5344CB8AC3E}">
        <p14:creationId xmlns:p14="http://schemas.microsoft.com/office/powerpoint/2010/main" val="32253129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464</TotalTime>
  <Words>518</Words>
  <Application>Microsoft Office PowerPoint</Application>
  <PresentationFormat>Widescreen</PresentationFormat>
  <Paragraphs>8</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Image Recognition AI</vt:lpstr>
      <vt:lpstr>PowerPoint Presentation</vt:lpstr>
      <vt:lpstr>PowerPoint Presentation</vt:lpstr>
      <vt:lpstr>PowerPoint Presentation</vt:lpstr>
      <vt:lpstr>PowerPoint Presentation</vt:lpstr>
      <vt:lpstr>PowerPoint Presentation</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Varghese</dc:creator>
  <cp:lastModifiedBy>Daniel Varghese</cp:lastModifiedBy>
  <cp:revision>2</cp:revision>
  <dcterms:created xsi:type="dcterms:W3CDTF">2025-11-30T16:32:06Z</dcterms:created>
  <dcterms:modified xsi:type="dcterms:W3CDTF">2025-12-01T00:16:58Z</dcterms:modified>
</cp:coreProperties>
</file>